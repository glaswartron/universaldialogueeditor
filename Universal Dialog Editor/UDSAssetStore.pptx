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5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35BE3-C032-45F9-9FAB-8C170CB63F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E0C26A-2577-4236-9DB5-363BC01EE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676065-C521-406A-8DB8-DAE033E28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EBA6EF-2D3A-445A-B652-A8C04B644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677D9B-5DCC-4D5F-A296-FEEA65730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766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782907-F7CD-43AB-AABD-E639D970A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BA1E5-34AD-4DB1-B5CF-9A739596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E7D5C0-0A8F-4415-A99E-9BE36006E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904546-D0B3-40E9-81DA-AD4A52943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402DBC-EF9E-4FC9-92A9-7EB751EF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7621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3A9C5-1090-4EC2-8A73-8D0A85248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E781DA-FC4F-4AE2-9668-84293D082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853C65-432E-4D50-97A7-809489D64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B5D58-7D4B-40E5-AEC4-27AE971DA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A4D1B-D835-46F1-BF5A-F4B069B34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069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6598B9-7361-44B0-A3FB-5FA4197D3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ECC2E2-7070-446D-B7B9-553746BFF2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E893DC-AF77-4795-8E2E-71E472071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24E9693-851A-4E39-B71C-3C9C97990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E49EF4-02A9-494D-8B48-EE6F98B80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783E80-2236-42C3-97B8-35330B6D9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541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59FCA-EE4C-4F3A-A225-909AEAE8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85EDE1-0FB3-432C-87B5-582EDBC3F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31DB29-CFDA-48CD-AEFD-A88AA86D4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95B57C1-2FA0-4099-B364-549C308EC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4703F43-8FFC-43EB-B2A0-581902111E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48B61C3-F8EE-4969-995F-53BA2EA72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E9E8AAD-E8F1-416D-B4F1-0BA462875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09F9521-4BB8-44BE-93C4-411BCAB25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968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1686D-8BAF-47AA-A7D1-56B890E9B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7C596C-400B-4FC1-B3D7-589A2EABA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EC8748D-78B5-4866-A99C-B10846C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13440D-DD9D-45D3-A2CA-F45F60B6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9499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A4E5CB9-F352-4444-B7E5-79E3D1142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82FA46D-72BB-4D89-B658-019E7A1C5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ABDB8E-F65B-4548-8A97-FD841B668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2588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DE7BE9-8B6E-4207-9173-2C30C28E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487E0-D51B-43B7-88B2-01EC432C0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CC35D0-05F0-4533-BD64-4247B4D73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7CB51A-ACE3-452B-9DF1-064802B5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AFFFCD5-71BF-4F34-AFB8-DA252BE0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3FDD5D-18D9-49F3-A7C1-888444056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024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C46B60-359E-4838-8192-74CDD7D3C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C1A2DBC-EC3C-42C4-9FA1-183D109959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9F72C34-2B7D-46A3-B7C9-065E6E306B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3D547D-B09B-489E-B417-91D6D7D7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A255C-D0C3-40DD-94A8-439EE5B52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C46A12-9423-4BE8-BEA6-27C45BF8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4425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7E6719-89E4-4150-85AC-934B383EB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51ECEAC-0D0E-4F6C-8610-07076097A2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2D7179-A771-4828-8708-3CB1BA4C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66CC24-A09F-4AE9-B07E-51F06D666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9C9733-531E-4AD9-871F-92FD5FC11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690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00374DA-6FA3-4021-A3E0-B6B5BE0DE6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E2F5D4F-E4CA-4C8D-95FC-478B991C1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983F04-24ED-48BA-933B-8B92A6B22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100276-D792-49D5-BDA0-C77145070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ED7755-4F15-4305-AE73-52199D47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67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A39A179-0ABC-40C0-8CDE-28AF66ECD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643F985-F3C6-4AB4-A212-B7988F68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6E210C-26BC-4756-BAD1-FEF53B482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60BA6-D0F2-44C6-BF35-A58F33BD9D6A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87456A-80FC-4BF0-95EE-E3DB1A19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1FE8AA-8D98-449C-9FA8-BD74EB8CE7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F87BD-6518-4D89-B557-92DC4BA2222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9315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4CC4909-5E8C-4BBA-A532-7364A250D8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96825"/>
            <a:ext cx="11277600" cy="5864350"/>
          </a:xfrm>
          <a:prstGeom prst="rect">
            <a:avLst/>
          </a:prstGeo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0C23CEE1-A08C-4970-BAC7-01A4A90C68D4}"/>
              </a:ext>
            </a:extLst>
          </p:cNvPr>
          <p:cNvGrpSpPr/>
          <p:nvPr/>
        </p:nvGrpSpPr>
        <p:grpSpPr>
          <a:xfrm>
            <a:off x="7425265" y="964584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7857066" y="1140951"/>
              <a:ext cx="39031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Easily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create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complex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dialogues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game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77292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4CC4909-5E8C-4BBA-A532-7364A250D8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245" y="496825"/>
            <a:ext cx="10517509" cy="5864350"/>
          </a:xfrm>
          <a:prstGeom prst="rect">
            <a:avLst/>
          </a:prstGeo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0C23CEE1-A08C-4970-BAC7-01A4A90C68D4}"/>
              </a:ext>
            </a:extLst>
          </p:cNvPr>
          <p:cNvGrpSpPr/>
          <p:nvPr/>
        </p:nvGrpSpPr>
        <p:grpSpPr>
          <a:xfrm>
            <a:off x="7424499" y="330466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7954980" y="981493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Powerful,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yet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easy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integrate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with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UI and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systems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wide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variety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games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genres</a:t>
              </a:r>
              <a:endParaRPr lang="de-D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26038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753558E-BB00-4047-A8AF-A46539A60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1921" y="572815"/>
            <a:ext cx="3033506" cy="559039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CBF4A31-5EEE-488E-8379-B222AAB12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3464" y="805393"/>
            <a:ext cx="2835906" cy="5247214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091128" y="1002452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all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parts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dialogues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access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them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from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8199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091128" y="1002452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Change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course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dialogues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based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on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game</a:t>
              </a:r>
            </a:p>
          </p:txBody>
        </p:sp>
      </p:grp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B58C3C-C6D0-43D2-A892-DEDEEFEFA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968" y="3690898"/>
            <a:ext cx="4394623" cy="147038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24BA5AB-BA75-4BEC-97EA-5F790177CB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700" y="766625"/>
            <a:ext cx="4442845" cy="389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690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091128" y="1002452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Take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advantage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variety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convenience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features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working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on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bigger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in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teams</a:t>
              </a:r>
              <a:endParaRPr lang="de-D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B52AFD2-AD88-4F08-B742-A2BF1E49E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590" y="542788"/>
            <a:ext cx="3091522" cy="573483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E84A2DD-ABA9-43DE-AF90-4EB22E80FE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743" y="873194"/>
            <a:ext cx="4534293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25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091128" y="1002452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Change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course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dialogues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based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on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game</a:t>
              </a:r>
            </a:p>
          </p:txBody>
        </p:sp>
      </p:grp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4CB58C3C-C6D0-43D2-A892-DEDEEFEFA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968" y="3690898"/>
            <a:ext cx="4394623" cy="147038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24BA5AB-BA75-4BEC-97EA-5F790177CB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700" y="766625"/>
            <a:ext cx="4442845" cy="389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157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100960" y="1139562"/>
              <a:ext cx="39031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With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customizable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text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reveal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/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scrolling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text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animation</a:t>
              </a:r>
              <a:endParaRPr lang="de-D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3" name="Grafik 2" descr="Ein Bild, das Karte enthält.&#10;&#10;Automatisch generierte Beschreibung">
            <a:extLst>
              <a:ext uri="{FF2B5EF4-FFF2-40B4-BE49-F238E27FC236}">
                <a16:creationId xmlns:a16="http://schemas.microsoft.com/office/drawing/2014/main" id="{1A246E4D-C5D2-4E93-9D37-2FF5686E8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996" y="712526"/>
            <a:ext cx="6828112" cy="153937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82E5F06-93B9-4B36-9159-4F36A064EC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304" y="2462328"/>
            <a:ext cx="6805250" cy="1539373"/>
          </a:xfrm>
          <a:prstGeom prst="rect">
            <a:avLst/>
          </a:prstGeom>
        </p:spPr>
      </p:pic>
      <p:pic>
        <p:nvPicPr>
          <p:cNvPr id="16" name="Grafik 15" descr="Ein Bild, das Karte enthält.&#10;&#10;Automatisch generierte Beschreibung">
            <a:extLst>
              <a:ext uri="{FF2B5EF4-FFF2-40B4-BE49-F238E27FC236}">
                <a16:creationId xmlns:a16="http://schemas.microsoft.com/office/drawing/2014/main" id="{4214C4C5-87B9-4D47-BFFB-301852AF12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65" y="4355955"/>
            <a:ext cx="6790008" cy="1501270"/>
          </a:xfrm>
          <a:prstGeom prst="rect">
            <a:avLst/>
          </a:prstGeom>
        </p:spPr>
      </p:pic>
      <p:sp>
        <p:nvSpPr>
          <p:cNvPr id="26" name="Pfeil: nach unten gekrümmt 25">
            <a:extLst>
              <a:ext uri="{FF2B5EF4-FFF2-40B4-BE49-F238E27FC236}">
                <a16:creationId xmlns:a16="http://schemas.microsoft.com/office/drawing/2014/main" id="{FECC9EE4-A457-467E-8A4F-82EAF833BA1F}"/>
              </a:ext>
            </a:extLst>
          </p:cNvPr>
          <p:cNvSpPr/>
          <p:nvPr/>
        </p:nvSpPr>
        <p:spPr>
          <a:xfrm rot="2038662">
            <a:off x="7694777" y="1217336"/>
            <a:ext cx="1474839" cy="869209"/>
          </a:xfrm>
          <a:prstGeom prst="curvedDownArrow">
            <a:avLst>
              <a:gd name="adj1" fmla="val 25000"/>
              <a:gd name="adj2" fmla="val 50000"/>
              <a:gd name="adj3" fmla="val 560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7" name="Pfeil: nach unten gekrümmt 26">
            <a:extLst>
              <a:ext uri="{FF2B5EF4-FFF2-40B4-BE49-F238E27FC236}">
                <a16:creationId xmlns:a16="http://schemas.microsoft.com/office/drawing/2014/main" id="{96E31622-A23E-4F85-9BEE-36CD628AC45A}"/>
              </a:ext>
            </a:extLst>
          </p:cNvPr>
          <p:cNvSpPr/>
          <p:nvPr/>
        </p:nvSpPr>
        <p:spPr>
          <a:xfrm rot="19561338" flipH="1">
            <a:off x="1540233" y="2936767"/>
            <a:ext cx="1433627" cy="976177"/>
          </a:xfrm>
          <a:prstGeom prst="curvedDownArrow">
            <a:avLst>
              <a:gd name="adj1" fmla="val 30534"/>
              <a:gd name="adj2" fmla="val 73523"/>
              <a:gd name="adj3" fmla="val 4193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893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76BDBD2-5732-4836-B12C-D7D665FC25AC}"/>
              </a:ext>
            </a:extLst>
          </p:cNvPr>
          <p:cNvSpPr/>
          <p:nvPr/>
        </p:nvSpPr>
        <p:spPr>
          <a:xfrm>
            <a:off x="426720" y="499853"/>
            <a:ext cx="11328400" cy="585829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DEB3A40-6BDF-48C2-B270-590F3402DB75}"/>
              </a:ext>
            </a:extLst>
          </p:cNvPr>
          <p:cNvGrpSpPr/>
          <p:nvPr/>
        </p:nvGrpSpPr>
        <p:grpSpPr>
          <a:xfrm>
            <a:off x="7431417" y="5359081"/>
            <a:ext cx="4766735" cy="999066"/>
            <a:chOff x="7425265" y="964584"/>
            <a:chExt cx="4766735" cy="999066"/>
          </a:xfrm>
        </p:grpSpPr>
        <p:sp>
          <p:nvSpPr>
            <p:cNvPr id="9" name="Rechteck: eine Ecke abgeschnitten 8">
              <a:extLst>
                <a:ext uri="{FF2B5EF4-FFF2-40B4-BE49-F238E27FC236}">
                  <a16:creationId xmlns:a16="http://schemas.microsoft.com/office/drawing/2014/main" id="{22AB770B-D05A-46AB-8561-5ACAFE0FAB9D}"/>
                </a:ext>
              </a:extLst>
            </p:cNvPr>
            <p:cNvSpPr/>
            <p:nvPr/>
          </p:nvSpPr>
          <p:spPr>
            <a:xfrm flipH="1">
              <a:off x="7425265" y="964584"/>
              <a:ext cx="4766735" cy="999066"/>
            </a:xfrm>
            <a:prstGeom prst="snip1Rect">
              <a:avLst>
                <a:gd name="adj" fmla="val 50000"/>
              </a:avLst>
            </a:prstGeom>
            <a:gradFill flip="none" rotWithShape="1">
              <a:gsLst>
                <a:gs pos="0">
                  <a:srgbClr val="335797">
                    <a:shade val="30000"/>
                    <a:satMod val="115000"/>
                  </a:srgbClr>
                </a:gs>
                <a:gs pos="50000">
                  <a:srgbClr val="335797">
                    <a:shade val="67500"/>
                    <a:satMod val="115000"/>
                  </a:srgbClr>
                </a:gs>
                <a:gs pos="100000">
                  <a:srgbClr val="335797">
                    <a:shade val="100000"/>
                    <a:satMod val="115000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EC181D6-53AB-491F-8D53-469A91CA71E7}"/>
                </a:ext>
              </a:extLst>
            </p:cNvPr>
            <p:cNvSpPr txBox="1"/>
            <p:nvPr/>
          </p:nvSpPr>
          <p:spPr>
            <a:xfrm>
              <a:off x="8159954" y="1002452"/>
              <a:ext cx="390313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-made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parser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algorithm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allows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full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Rich Text support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including</a:t>
              </a:r>
              <a:r>
                <a:rPr lang="de-DE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inline </a:t>
              </a:r>
              <a:r>
                <a:rPr lang="de-DE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images</a:t>
              </a:r>
              <a:endParaRPr lang="de-D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035C5B35-768F-4FCC-ADD2-F5410A2FF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658" y="2442170"/>
            <a:ext cx="8790523" cy="19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91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Blau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</Words>
  <Application>Microsoft Office PowerPoint</Application>
  <PresentationFormat>Breitbild</PresentationFormat>
  <Paragraphs>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id35apod</dc:creator>
  <cp:lastModifiedBy>id35apod</cp:lastModifiedBy>
  <cp:revision>4</cp:revision>
  <dcterms:created xsi:type="dcterms:W3CDTF">2021-08-31T12:30:45Z</dcterms:created>
  <dcterms:modified xsi:type="dcterms:W3CDTF">2021-08-31T14:53:55Z</dcterms:modified>
</cp:coreProperties>
</file>