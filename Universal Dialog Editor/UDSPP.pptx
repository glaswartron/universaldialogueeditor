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2" r:id="rId2"/>
    <p:sldId id="264" r:id="rId3"/>
    <p:sldId id="263" r:id="rId4"/>
    <p:sldId id="261" r:id="rId5"/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58A00-1403-4446-B5A1-5C27B77DBBC4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63276-1911-45C3-89DF-14AD6E774D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106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63276-1911-45C3-89DF-14AD6E774D0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281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63276-1911-45C3-89DF-14AD6E774D0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9182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753EEA-B0FE-44FE-A992-93B09D33C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2E648DE-82DC-4AE9-B935-306994B2A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64C102-4BAA-488D-8A17-FEA8C8C5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F863-66EA-4676-96BD-1A330B9619CB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D3C7C6-BDC1-4D90-A5BD-49DEF5C3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941F4B-C401-46B3-9792-AA2AA4C9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487C-D8D7-42BB-8003-D0275A8FE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1757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FE9A2-F802-4C4F-9D17-BC4F11CE2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CD5EB2-36BD-4770-8709-A7A42817A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5BC13E-D4F1-4F6F-AE74-4E64E22C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F863-66EA-4676-96BD-1A330B9619CB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5C706-FA00-4C16-AB5E-42FF02E2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944B49-C814-4775-94C5-2AC92217C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487C-D8D7-42BB-8003-D0275A8FE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107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F5917-7DF8-4891-9B19-E60CA50D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9134FD-030C-4FDB-9C0F-CEAF6F2A4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B8AE93-4AD0-4DC4-8154-037CE3C89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F863-66EA-4676-96BD-1A330B9619CB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0C5857-6989-4F93-B1ED-21E091B2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69ADD2-D82B-4230-983A-C8A38BA0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487C-D8D7-42BB-8003-D0275A8FE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3292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F8D6E0-7328-4420-91EC-29729E62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48F129-7588-4287-8708-E5E143C7B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D8E3634-A3D3-4A2C-9F4B-F68A1B4F2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1692BB-F679-45F0-95FC-8E50E50A1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F863-66EA-4676-96BD-1A330B9619CB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1A3406-501F-4381-8E2E-E051C368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8AF9A5-D8DD-4095-88B6-EFB5E9DF7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487C-D8D7-42BB-8003-D0275A8FE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26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B29F18-E995-42D2-966A-5DD96CC3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1A8005-74B0-4B85-8E32-55D02F204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F6DAF69-0146-42A1-90C5-F28D1B3B7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8E2D9C4-AC55-4FE3-A140-CA245921D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BA71AA-1B63-4711-BF5B-E1BD19C21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8C8FE72-2ED8-404C-BB37-1469CF9BF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F863-66EA-4676-96BD-1A330B9619CB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A0F39E2-10CA-461A-9D5E-5B27C7C66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61B020F-C851-4BB2-9BB9-7E620B90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487C-D8D7-42BB-8003-D0275A8FE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3441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A990DA-3E80-4485-A6CF-403099A3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072CA64-F539-4D96-BB08-161D8507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F863-66EA-4676-96BD-1A330B9619CB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547F4A-9C3D-483F-8A84-059BFB57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7E9499-17F9-45C0-9FFA-3182216B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487C-D8D7-42BB-8003-D0275A8FE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103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40C3BFF-1845-4625-ACFE-AB9E1062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F863-66EA-4676-96BD-1A330B9619CB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1883EA1-CC30-4A8B-9880-BFFA5EA6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2C7D5F-3CC3-4E6F-84EC-44805E91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487C-D8D7-42BB-8003-D0275A8FE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2536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0D956C-1592-40ED-B685-7C8023F5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78FC18-E31D-49D6-A03A-92B1A6A2C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05D3226-E25D-4F1F-A253-B5C8855EC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FB468D-B412-4AAE-A940-B87C0DDD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F863-66EA-4676-96BD-1A330B9619CB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F136C2-5BC4-4A06-898E-D5024385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32C039-9F01-4453-BC94-D567B17E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487C-D8D7-42BB-8003-D0275A8FE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029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A01EF-AB62-44A8-AAD4-11520784F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518EE8A-874A-4BE9-BC7C-CFD2DA281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07D283-EBA9-4C9D-8F36-412D957A9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AB282F-717C-4082-BC4A-CAB3F301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F863-66EA-4676-96BD-1A330B9619CB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C32BF3-64E1-47D4-8838-FC1F21647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4D5927-17B6-49B0-BF87-62B541D1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487C-D8D7-42BB-8003-D0275A8FE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680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B4028-6112-4F12-ADB1-729A04CA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4F0F7D-2EBA-4BA3-9C2D-A9CE3B5D6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AF67F9-3DC6-43CF-BD5F-70D2A6230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F863-66EA-4676-96BD-1A330B9619CB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7FE21B-D323-4C0C-A51C-C720A030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1C92C8-6755-4F8B-A277-1329AE926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487C-D8D7-42BB-8003-D0275A8FE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1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A4A7DA6-3284-44E7-89A6-9A86D117A1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05FBBEA-68F9-40F9-963F-8FFD8951A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5AB086-EBEF-42F5-9CC2-793EA7F88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F863-66EA-4676-96BD-1A330B9619CB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FAAA23-5BA6-4A74-A456-3BEF1772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D331D6-6EFA-4E63-BB7B-A6A39C13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487C-D8D7-42BB-8003-D0275A8FE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5369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12BFE93-A829-4D15-8F48-4438C40B2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4D37AD-8DF3-4AC8-8AB2-A99719A44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7A6E5C-60D4-4BCC-90F5-9B1A2F824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7F863-66EA-4676-96BD-1A330B9619CB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A4ADDD-20DB-45C4-8F77-2217A5114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5400FF-2DE9-420E-842E-6867FD5C2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6487C-D8D7-42BB-8003-D0275A8FE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069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winkliges Dreieck 16">
            <a:extLst>
              <a:ext uri="{FF2B5EF4-FFF2-40B4-BE49-F238E27FC236}">
                <a16:creationId xmlns:a16="http://schemas.microsoft.com/office/drawing/2014/main" id="{D1BCC030-2E02-43CF-B54F-BFCEABC9CA07}"/>
              </a:ext>
            </a:extLst>
          </p:cNvPr>
          <p:cNvSpPr/>
          <p:nvPr/>
        </p:nvSpPr>
        <p:spPr>
          <a:xfrm rot="10800000">
            <a:off x="-9706708" y="-3188678"/>
            <a:ext cx="23938522" cy="12820357"/>
          </a:xfrm>
          <a:prstGeom prst="rtTriangle">
            <a:avLst/>
          </a:prstGeom>
          <a:blipFill dpi="0" rotWithShape="0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6000"/>
                      </a14:imgEffect>
                      <a14:imgEffect>
                        <a14:brightnessContrast contrast="5000"/>
                      </a14:imgEffect>
                    </a14:imgLayer>
                  </a14:imgProps>
                </a:ext>
              </a:extLst>
            </a:blip>
            <a:srcRect/>
            <a:stretch>
              <a:fillRect l="39000" t="11000" r="-5000" b="25000"/>
            </a:stretch>
          </a:blipFill>
          <a:effectLst>
            <a:outerShdw blurRad="50800" dist="50800" dir="5400000" algn="ctr" rotWithShape="0">
              <a:srgbClr val="000000"/>
            </a:outerShdw>
          </a:effectLst>
          <a:scene3d>
            <a:camera prst="isometricOffAxis2Left">
              <a:rot lat="1200000" lon="600000" rev="21594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01D742E-EF44-4FDE-842D-19FE7C8F11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283" t="1581" r="-1211" b="10483"/>
          <a:stretch/>
        </p:blipFill>
        <p:spPr>
          <a:xfrm>
            <a:off x="-185205" y="-108415"/>
            <a:ext cx="12548041" cy="7076374"/>
          </a:xfrm>
          <a:prstGeom prst="rtTriangle">
            <a:avLst/>
          </a:prstGeom>
          <a:noFill/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2F429CD7-B4CF-4D43-8BD2-9A7C060F6632}"/>
              </a:ext>
            </a:extLst>
          </p:cNvPr>
          <p:cNvSpPr/>
          <p:nvPr/>
        </p:nvSpPr>
        <p:spPr>
          <a:xfrm rot="1755055">
            <a:off x="-1121925" y="3529373"/>
            <a:ext cx="14904000" cy="55245"/>
          </a:xfrm>
          <a:prstGeom prst="rect">
            <a:avLst/>
          </a:prstGeom>
          <a:solidFill>
            <a:srgbClr val="5B9B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F5F9285-2B71-48D4-9550-90A3384270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4446" y="1826075"/>
            <a:ext cx="4343107" cy="3205850"/>
          </a:xfrm>
          <a:prstGeom prst="rect">
            <a:avLst/>
          </a:prstGeom>
          <a:effectLst>
            <a:outerShdw blurRad="177800" dist="38100" dir="1200000" sx="109000" sy="109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6699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winkliges Dreieck 16">
            <a:extLst>
              <a:ext uri="{FF2B5EF4-FFF2-40B4-BE49-F238E27FC236}">
                <a16:creationId xmlns:a16="http://schemas.microsoft.com/office/drawing/2014/main" id="{D1BCC030-2E02-43CF-B54F-BFCEABC9CA07}"/>
              </a:ext>
            </a:extLst>
          </p:cNvPr>
          <p:cNvSpPr/>
          <p:nvPr/>
        </p:nvSpPr>
        <p:spPr>
          <a:xfrm rot="10800000">
            <a:off x="-9706708" y="-3188677"/>
            <a:ext cx="23938522" cy="11419265"/>
          </a:xfrm>
          <a:prstGeom prst="rtTriangle">
            <a:avLst/>
          </a:prstGeom>
          <a:blipFill dpi="0" rotWithShape="0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38601" t="3723" r="-4211" b="15893"/>
            </a:stretch>
          </a:blip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01D742E-EF44-4FDE-842D-19FE7C8F11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283" t="1581" r="-1211" b="10483"/>
          <a:stretch/>
        </p:blipFill>
        <p:spPr>
          <a:xfrm>
            <a:off x="-185205" y="-108415"/>
            <a:ext cx="12548041" cy="7076374"/>
          </a:xfrm>
          <a:prstGeom prst="rtTriangle">
            <a:avLst/>
          </a:prstGeom>
          <a:noFill/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2F429CD7-B4CF-4D43-8BD2-9A7C060F6632}"/>
              </a:ext>
            </a:extLst>
          </p:cNvPr>
          <p:cNvSpPr/>
          <p:nvPr/>
        </p:nvSpPr>
        <p:spPr>
          <a:xfrm rot="1755055">
            <a:off x="-1121925" y="3529373"/>
            <a:ext cx="14904000" cy="55245"/>
          </a:xfrm>
          <a:prstGeom prst="rect">
            <a:avLst/>
          </a:prstGeom>
          <a:solidFill>
            <a:srgbClr val="5B9B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F5F9285-2B71-48D4-9550-90A3384270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4446" y="1826075"/>
            <a:ext cx="4343107" cy="3205850"/>
          </a:xfrm>
          <a:prstGeom prst="rect">
            <a:avLst/>
          </a:prstGeom>
          <a:effectLst>
            <a:outerShdw blurRad="177800" dist="38100" dir="1200000" sx="109000" sy="109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597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winkliges Dreieck 16">
            <a:extLst>
              <a:ext uri="{FF2B5EF4-FFF2-40B4-BE49-F238E27FC236}">
                <a16:creationId xmlns:a16="http://schemas.microsoft.com/office/drawing/2014/main" id="{D1BCC030-2E02-43CF-B54F-BFCEABC9CA07}"/>
              </a:ext>
            </a:extLst>
          </p:cNvPr>
          <p:cNvSpPr/>
          <p:nvPr/>
        </p:nvSpPr>
        <p:spPr>
          <a:xfrm rot="10800000">
            <a:off x="-1359878" y="-351692"/>
            <a:ext cx="15404123" cy="8346830"/>
          </a:xfrm>
          <a:prstGeom prst="rtTriangle">
            <a:avLst/>
          </a:prstGeom>
          <a:blipFill dpi="0" rotWithShape="0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4000" t="-16000" r="-10000" b="13000"/>
            </a:stretch>
          </a:blipFill>
          <a:effectLst>
            <a:outerShdw blurRad="50800" dist="50800" dir="5400000" algn="ctr" rotWithShape="0">
              <a:srgbClr val="000000"/>
            </a:outerShdw>
          </a:effectLst>
          <a:scene3d>
            <a:camera prst="isometricOffAxis2Left">
              <a:rot lat="1200000" lon="600000" rev="3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01D742E-EF44-4FDE-842D-19FE7C8F11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283" t="1581" r="-1211" b="10483"/>
          <a:stretch/>
        </p:blipFill>
        <p:spPr>
          <a:xfrm>
            <a:off x="-185205" y="-108415"/>
            <a:ext cx="12548041" cy="7076374"/>
          </a:xfrm>
          <a:prstGeom prst="rtTriangle">
            <a:avLst/>
          </a:prstGeom>
          <a:noFill/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2F429CD7-B4CF-4D43-8BD2-9A7C060F6632}"/>
              </a:ext>
            </a:extLst>
          </p:cNvPr>
          <p:cNvSpPr/>
          <p:nvPr/>
        </p:nvSpPr>
        <p:spPr>
          <a:xfrm rot="1755055">
            <a:off x="-1121925" y="3529373"/>
            <a:ext cx="14904000" cy="55245"/>
          </a:xfrm>
          <a:prstGeom prst="rect">
            <a:avLst/>
          </a:prstGeom>
          <a:solidFill>
            <a:srgbClr val="5B9B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26EC218-281C-498D-A488-7C16ECCDEB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4446" y="1826075"/>
            <a:ext cx="4343107" cy="320585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alpha val="4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7144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5E532305-6819-468B-8EF3-9DEB14F51525}"/>
              </a:ext>
            </a:extLst>
          </p:cNvPr>
          <p:cNvGrpSpPr/>
          <p:nvPr/>
        </p:nvGrpSpPr>
        <p:grpSpPr>
          <a:xfrm>
            <a:off x="4571977" y="63501"/>
            <a:ext cx="2260623" cy="7777209"/>
            <a:chOff x="4571977" y="63501"/>
            <a:chExt cx="2260623" cy="7777209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AE5A949B-BBBC-4371-ABDF-A03818B0D838}"/>
                </a:ext>
              </a:extLst>
            </p:cNvPr>
            <p:cNvSpPr/>
            <p:nvPr/>
          </p:nvSpPr>
          <p:spPr>
            <a:xfrm>
              <a:off x="4885267" y="63501"/>
              <a:ext cx="1947333" cy="62653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801" dirty="0" err="1"/>
                <a:t>OnDialogueStart</a:t>
              </a:r>
              <a:endParaRPr lang="de-DE" sz="1801" dirty="0"/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B5A59811-C0A7-4BA8-B92C-D02A05B58D32}"/>
                </a:ext>
              </a:extLst>
            </p:cNvPr>
            <p:cNvSpPr/>
            <p:nvPr/>
          </p:nvSpPr>
          <p:spPr>
            <a:xfrm>
              <a:off x="4885251" y="7214177"/>
              <a:ext cx="1947332" cy="62653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801" dirty="0" err="1"/>
                <a:t>OnDialogueEnd</a:t>
              </a:r>
              <a:endParaRPr lang="de-DE" sz="1801" dirty="0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6A1FCBEA-B9A6-4B79-8B6E-8DD767937DFD}"/>
                </a:ext>
              </a:extLst>
            </p:cNvPr>
            <p:cNvSpPr/>
            <p:nvPr/>
          </p:nvSpPr>
          <p:spPr>
            <a:xfrm>
              <a:off x="4885251" y="955106"/>
              <a:ext cx="1947332" cy="313268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801" dirty="0" err="1"/>
                <a:t>EnableDialogueUI</a:t>
              </a:r>
              <a:endParaRPr lang="de-DE" sz="1801" dirty="0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7B400A2E-E115-4CCD-8F1D-5FD655101B3B}"/>
                </a:ext>
              </a:extLst>
            </p:cNvPr>
            <p:cNvSpPr/>
            <p:nvPr/>
          </p:nvSpPr>
          <p:spPr>
            <a:xfrm>
              <a:off x="4885267" y="1693332"/>
              <a:ext cx="1947332" cy="62653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 err="1"/>
                <a:t>OnDialoguePartStart</a:t>
              </a:r>
              <a:endParaRPr lang="de-DE" sz="1600" dirty="0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E48324F7-0638-4C76-B16D-3F248491CA23}"/>
                </a:ext>
              </a:extLst>
            </p:cNvPr>
            <p:cNvSpPr/>
            <p:nvPr/>
          </p:nvSpPr>
          <p:spPr>
            <a:xfrm>
              <a:off x="4885266" y="2526450"/>
              <a:ext cx="1947332" cy="313268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 err="1"/>
                <a:t>ShowDialoguePartText</a:t>
              </a:r>
              <a:endParaRPr lang="de-DE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C6B13A6E-BC41-49A0-808E-6239F27645BD}"/>
                </a:ext>
              </a:extLst>
            </p:cNvPr>
            <p:cNvSpPr/>
            <p:nvPr/>
          </p:nvSpPr>
          <p:spPr>
            <a:xfrm>
              <a:off x="4885251" y="4097794"/>
              <a:ext cx="1947332" cy="313268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 err="1"/>
                <a:t>ShowName</a:t>
              </a:r>
              <a:endParaRPr lang="de-DE" sz="1801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EFF64A04-68AE-4566-83BB-0D6153CF657C}"/>
                </a:ext>
              </a:extLst>
            </p:cNvPr>
            <p:cNvSpPr/>
            <p:nvPr/>
          </p:nvSpPr>
          <p:spPr>
            <a:xfrm>
              <a:off x="4871057" y="4769096"/>
              <a:ext cx="1947332" cy="313268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 err="1"/>
                <a:t>ShowAnswer</a:t>
              </a:r>
              <a:endParaRPr lang="de-DE" sz="1801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1D94CB67-34A0-4419-A530-3D9A656079C0}"/>
                </a:ext>
              </a:extLst>
            </p:cNvPr>
            <p:cNvSpPr/>
            <p:nvPr/>
          </p:nvSpPr>
          <p:spPr>
            <a:xfrm>
              <a:off x="4871055" y="5574246"/>
              <a:ext cx="1947332" cy="62653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801" dirty="0" err="1"/>
                <a:t>OnAnswer</a:t>
              </a:r>
              <a:endParaRPr lang="de-DE" sz="1600" dirty="0"/>
            </a:p>
          </p:txBody>
        </p:sp>
        <p:cxnSp>
          <p:nvCxnSpPr>
            <p:cNvPr id="13" name="Verbinder: gewinkelt 12">
              <a:extLst>
                <a:ext uri="{FF2B5EF4-FFF2-40B4-BE49-F238E27FC236}">
                  <a16:creationId xmlns:a16="http://schemas.microsoft.com/office/drawing/2014/main" id="{FA92DCE7-CE33-40A5-A0E2-4933C5DBD2A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29825" y="830733"/>
              <a:ext cx="265072" cy="17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Verbinder: gewinkelt 22">
              <a:extLst>
                <a:ext uri="{FF2B5EF4-FFF2-40B4-BE49-F238E27FC236}">
                  <a16:creationId xmlns:a16="http://schemas.microsoft.com/office/drawing/2014/main" id="{056ACA03-AFE9-4015-BD8F-D7CF4595CD7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649881" y="1489016"/>
              <a:ext cx="424958" cy="16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Verbinder: gewinkelt 32">
              <a:extLst>
                <a:ext uri="{FF2B5EF4-FFF2-40B4-BE49-F238E27FC236}">
                  <a16:creationId xmlns:a16="http://schemas.microsoft.com/office/drawing/2014/main" id="{8ED1C8E8-1E59-49C0-B462-A8CF855D5E6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59037" y="2430705"/>
              <a:ext cx="206585" cy="2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Verbinder: gewinkelt 55">
              <a:extLst>
                <a:ext uri="{FF2B5EF4-FFF2-40B4-BE49-F238E27FC236}">
                  <a16:creationId xmlns:a16="http://schemas.microsoft.com/office/drawing/2014/main" id="{B3B85338-F5FB-4B81-95A7-5868D3683F8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670834" y="4599933"/>
              <a:ext cx="354659" cy="9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Verbinder: gewinkelt 56">
              <a:extLst>
                <a:ext uri="{FF2B5EF4-FFF2-40B4-BE49-F238E27FC236}">
                  <a16:creationId xmlns:a16="http://schemas.microsoft.com/office/drawing/2014/main" id="{0C4953AA-0B78-40AD-85D2-65FE9C74F4A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600508" y="5336475"/>
              <a:ext cx="495298" cy="2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Verbinder: gewinkelt 57">
              <a:extLst>
                <a:ext uri="{FF2B5EF4-FFF2-40B4-BE49-F238E27FC236}">
                  <a16:creationId xmlns:a16="http://schemas.microsoft.com/office/drawing/2014/main" id="{C4DAFAFE-F6E5-445C-9191-4F296103878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600508" y="6455744"/>
              <a:ext cx="495298" cy="2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Verbinder: gewinkelt 84">
              <a:extLst>
                <a:ext uri="{FF2B5EF4-FFF2-40B4-BE49-F238E27FC236}">
                  <a16:creationId xmlns:a16="http://schemas.microsoft.com/office/drawing/2014/main" id="{803BF1AE-7B9C-49B5-97DF-1BD43C032DE8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H="1" flipV="1">
              <a:off x="5858917" y="4551623"/>
              <a:ext cx="959472" cy="374107"/>
            </a:xfrm>
            <a:prstGeom prst="bentConnector3">
              <a:avLst>
                <a:gd name="adj1" fmla="val -14296"/>
              </a:avLst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Verbinder: gewinkelt 92">
              <a:extLst>
                <a:ext uri="{FF2B5EF4-FFF2-40B4-BE49-F238E27FC236}">
                  <a16:creationId xmlns:a16="http://schemas.microsoft.com/office/drawing/2014/main" id="{CC1ECC94-4F4D-43A8-9B6D-1B2284A720E7}"/>
                </a:ext>
              </a:extLst>
            </p:cNvPr>
            <p:cNvCxnSpPr>
              <a:cxnSpLocks/>
              <a:stCxn id="9" idx="1"/>
              <a:endCxn id="25" idx="1"/>
            </p:cNvCxnSpPr>
            <p:nvPr/>
          </p:nvCxnSpPr>
          <p:spPr>
            <a:xfrm rot="10800000" flipV="1">
              <a:off x="4885252" y="2683084"/>
              <a:ext cx="15" cy="4168774"/>
            </a:xfrm>
            <a:prstGeom prst="bentConnector3">
              <a:avLst>
                <a:gd name="adj1" fmla="val 2147483646"/>
              </a:avLst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Gerade Verbindung mit Pfeil 119">
              <a:extLst>
                <a:ext uri="{FF2B5EF4-FFF2-40B4-BE49-F238E27FC236}">
                  <a16:creationId xmlns:a16="http://schemas.microsoft.com/office/drawing/2014/main" id="{F4BB9E98-31A8-456C-9F80-16759671AD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6183" y="4262048"/>
              <a:ext cx="29906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3EF81239-9A00-401F-B326-814B10AB5C3D}"/>
                </a:ext>
              </a:extLst>
            </p:cNvPr>
            <p:cNvSpPr/>
            <p:nvPr/>
          </p:nvSpPr>
          <p:spPr>
            <a:xfrm>
              <a:off x="4885251" y="6695224"/>
              <a:ext cx="1947332" cy="313268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801" dirty="0" err="1"/>
                <a:t>DisableDialogueUI</a:t>
              </a:r>
              <a:endParaRPr lang="de-DE" sz="1801" dirty="0"/>
            </a:p>
          </p:txBody>
        </p:sp>
        <p:cxnSp>
          <p:nvCxnSpPr>
            <p:cNvPr id="26" name="Verbinder: gewinkelt 25">
              <a:extLst>
                <a:ext uri="{FF2B5EF4-FFF2-40B4-BE49-F238E27FC236}">
                  <a16:creationId xmlns:a16="http://schemas.microsoft.com/office/drawing/2014/main" id="{3FA94637-11CB-4AB9-863D-9E8596F1D1B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44860" y="7119504"/>
              <a:ext cx="206585" cy="2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Verbinder: gewinkelt 26">
              <a:extLst>
                <a:ext uri="{FF2B5EF4-FFF2-40B4-BE49-F238E27FC236}">
                  <a16:creationId xmlns:a16="http://schemas.microsoft.com/office/drawing/2014/main" id="{16BAAE73-EF34-4C36-BD6E-AA535AF47D83}"/>
                </a:ext>
              </a:extLst>
            </p:cNvPr>
            <p:cNvCxnSpPr>
              <a:cxnSpLocks/>
              <a:stCxn id="12" idx="3"/>
              <a:endCxn id="8" idx="3"/>
            </p:cNvCxnSpPr>
            <p:nvPr/>
          </p:nvCxnSpPr>
          <p:spPr>
            <a:xfrm flipV="1">
              <a:off x="6818387" y="2006599"/>
              <a:ext cx="14212" cy="3880914"/>
            </a:xfrm>
            <a:prstGeom prst="bentConnector3">
              <a:avLst>
                <a:gd name="adj1" fmla="val 2637285"/>
              </a:avLst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Verbinder: gewinkelt 30">
              <a:extLst>
                <a:ext uri="{FF2B5EF4-FFF2-40B4-BE49-F238E27FC236}">
                  <a16:creationId xmlns:a16="http://schemas.microsoft.com/office/drawing/2014/main" id="{FF7B5B89-8E31-4172-8963-731D29828049}"/>
                </a:ext>
              </a:extLst>
            </p:cNvPr>
            <p:cNvCxnSpPr>
              <a:cxnSpLocks/>
              <a:stCxn id="9" idx="2"/>
              <a:endCxn id="28" idx="0"/>
            </p:cNvCxnSpPr>
            <p:nvPr/>
          </p:nvCxnSpPr>
          <p:spPr>
            <a:xfrm rot="5400000">
              <a:off x="5659275" y="3039361"/>
              <a:ext cx="399300" cy="15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47C9070F-6D20-41F3-8221-78ADAAC2E90C}"/>
                </a:ext>
              </a:extLst>
            </p:cNvPr>
            <p:cNvSpPr/>
            <p:nvPr/>
          </p:nvSpPr>
          <p:spPr>
            <a:xfrm>
              <a:off x="4885251" y="3239018"/>
              <a:ext cx="1947332" cy="62653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 err="1"/>
                <a:t>OnShowCharacter</a:t>
              </a:r>
              <a:endParaRPr lang="de-DE" sz="1600" dirty="0"/>
            </a:p>
          </p:txBody>
        </p:sp>
        <p:cxnSp>
          <p:nvCxnSpPr>
            <p:cNvPr id="34" name="Verbinder: gewinkelt 33">
              <a:extLst>
                <a:ext uri="{FF2B5EF4-FFF2-40B4-BE49-F238E27FC236}">
                  <a16:creationId xmlns:a16="http://schemas.microsoft.com/office/drawing/2014/main" id="{CCC52525-FC3B-4AD9-B10F-50A319C007BE}"/>
                </a:ext>
              </a:extLst>
            </p:cNvPr>
            <p:cNvCxnSpPr/>
            <p:nvPr/>
          </p:nvCxnSpPr>
          <p:spPr>
            <a:xfrm rot="10800000" flipH="1">
              <a:off x="4871045" y="3005150"/>
              <a:ext cx="973650" cy="570229"/>
            </a:xfrm>
            <a:prstGeom prst="bentConnector3">
              <a:avLst>
                <a:gd name="adj1" fmla="val -1944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Verbinder: gewinkelt 40">
              <a:extLst>
                <a:ext uri="{FF2B5EF4-FFF2-40B4-BE49-F238E27FC236}">
                  <a16:creationId xmlns:a16="http://schemas.microsoft.com/office/drawing/2014/main" id="{51392847-6AAC-4FA2-9876-BA2B7BF08DC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731933" y="3981597"/>
              <a:ext cx="232377" cy="18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12E45E51-4FA7-4A6A-A370-852A2656315A}"/>
                </a:ext>
              </a:extLst>
            </p:cNvPr>
            <p:cNvCxnSpPr>
              <a:cxnSpLocks/>
            </p:cNvCxnSpPr>
            <p:nvPr/>
          </p:nvCxnSpPr>
          <p:spPr>
            <a:xfrm>
              <a:off x="4571977" y="4925730"/>
              <a:ext cx="29906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Verbinder: gewinkelt 48">
              <a:extLst>
                <a:ext uri="{FF2B5EF4-FFF2-40B4-BE49-F238E27FC236}">
                  <a16:creationId xmlns:a16="http://schemas.microsoft.com/office/drawing/2014/main" id="{6D8E7027-C984-43F6-A097-0CFAF1924A2C}"/>
                </a:ext>
              </a:extLst>
            </p:cNvPr>
            <p:cNvCxnSpPr>
              <a:stCxn id="9" idx="3"/>
              <a:endCxn id="10" idx="3"/>
            </p:cNvCxnSpPr>
            <p:nvPr/>
          </p:nvCxnSpPr>
          <p:spPr>
            <a:xfrm flipH="1">
              <a:off x="6832583" y="2683084"/>
              <a:ext cx="15" cy="1571344"/>
            </a:xfrm>
            <a:prstGeom prst="bentConnector3">
              <a:avLst>
                <a:gd name="adj1" fmla="val -1524000000"/>
              </a:avLst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9611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3537F79-184A-452F-9DFD-E67D7C3D4069}"/>
              </a:ext>
            </a:extLst>
          </p:cNvPr>
          <p:cNvGrpSpPr/>
          <p:nvPr/>
        </p:nvGrpSpPr>
        <p:grpSpPr>
          <a:xfrm>
            <a:off x="18270" y="158752"/>
            <a:ext cx="12155460" cy="6337300"/>
            <a:chOff x="18270" y="158750"/>
            <a:chExt cx="12155460" cy="633730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BC196396-6853-4E4C-B3E8-B5B5058C6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270" y="158750"/>
              <a:ext cx="12155460" cy="6337300"/>
            </a:xfrm>
            <a:prstGeom prst="rect">
              <a:avLst/>
            </a:prstGeom>
          </p:spPr>
        </p:pic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AB312B29-E61F-447A-A23D-799D9BFB83C4}"/>
                </a:ext>
              </a:extLst>
            </p:cNvPr>
            <p:cNvSpPr>
              <a:spLocks/>
            </p:cNvSpPr>
            <p:nvPr/>
          </p:nvSpPr>
          <p:spPr>
            <a:xfrm>
              <a:off x="3649135" y="1117602"/>
              <a:ext cx="558800" cy="55880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5E3E983C-DA61-4CAE-A6EF-D8699C727C5F}"/>
                </a:ext>
              </a:extLst>
            </p:cNvPr>
            <p:cNvSpPr>
              <a:spLocks/>
            </p:cNvSpPr>
            <p:nvPr/>
          </p:nvSpPr>
          <p:spPr>
            <a:xfrm>
              <a:off x="508002" y="1981202"/>
              <a:ext cx="558800" cy="55880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ABA10D82-0D09-4FB6-BC18-25C4C07A4A7C}"/>
                </a:ext>
              </a:extLst>
            </p:cNvPr>
            <p:cNvSpPr>
              <a:spLocks/>
            </p:cNvSpPr>
            <p:nvPr/>
          </p:nvSpPr>
          <p:spPr>
            <a:xfrm>
              <a:off x="2074338" y="1981202"/>
              <a:ext cx="558800" cy="55880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1441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FFB2036-D868-4215-AD29-DEAB1AE7B17F}"/>
              </a:ext>
            </a:extLst>
          </p:cNvPr>
          <p:cNvGrpSpPr/>
          <p:nvPr/>
        </p:nvGrpSpPr>
        <p:grpSpPr>
          <a:xfrm>
            <a:off x="0" y="247513"/>
            <a:ext cx="12192000" cy="6362978"/>
            <a:chOff x="0" y="247511"/>
            <a:chExt cx="12192000" cy="6362978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51068CCA-3B04-41FA-A49E-C24FB6B19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47511"/>
              <a:ext cx="12192000" cy="6362978"/>
            </a:xfrm>
            <a:prstGeom prst="rect">
              <a:avLst/>
            </a:prstGeom>
          </p:spPr>
        </p:pic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0728F1B6-48F5-4F72-B635-0B94E1E7B4F8}"/>
                </a:ext>
              </a:extLst>
            </p:cNvPr>
            <p:cNvSpPr>
              <a:spLocks/>
            </p:cNvSpPr>
            <p:nvPr/>
          </p:nvSpPr>
          <p:spPr>
            <a:xfrm>
              <a:off x="7227222" y="2870200"/>
              <a:ext cx="558800" cy="55880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2D4F1F7E-7CC7-45C6-A82C-29AF53838B2D}"/>
                </a:ext>
              </a:extLst>
            </p:cNvPr>
            <p:cNvSpPr>
              <a:spLocks/>
            </p:cNvSpPr>
            <p:nvPr/>
          </p:nvSpPr>
          <p:spPr>
            <a:xfrm>
              <a:off x="3688524" y="1692967"/>
              <a:ext cx="558800" cy="55880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478C0D76-13FC-4FD1-A922-9622755E4E7E}"/>
                </a:ext>
              </a:extLst>
            </p:cNvPr>
            <p:cNvSpPr>
              <a:spLocks/>
            </p:cNvSpPr>
            <p:nvPr/>
          </p:nvSpPr>
          <p:spPr>
            <a:xfrm>
              <a:off x="3688524" y="346767"/>
              <a:ext cx="558800" cy="55880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742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721BB736-ECF4-4C64-BDAA-E09744AC725C}"/>
              </a:ext>
            </a:extLst>
          </p:cNvPr>
          <p:cNvGrpSpPr/>
          <p:nvPr/>
        </p:nvGrpSpPr>
        <p:grpSpPr>
          <a:xfrm>
            <a:off x="0" y="257175"/>
            <a:ext cx="12192000" cy="6343650"/>
            <a:chOff x="0" y="257174"/>
            <a:chExt cx="12192000" cy="6343651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2B1F0459-CE55-4E00-AD1D-52D6188FC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257174"/>
              <a:ext cx="12192000" cy="6343651"/>
            </a:xfrm>
            <a:prstGeom prst="rect">
              <a:avLst/>
            </a:prstGeom>
          </p:spPr>
        </p:pic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103054FE-0AA5-42A9-A27A-3A5515B6A8B8}"/>
                </a:ext>
              </a:extLst>
            </p:cNvPr>
            <p:cNvSpPr>
              <a:spLocks/>
            </p:cNvSpPr>
            <p:nvPr/>
          </p:nvSpPr>
          <p:spPr>
            <a:xfrm>
              <a:off x="3688156" y="364066"/>
              <a:ext cx="558800" cy="55880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FE3CAB23-7C2F-4826-AC86-681A54811E55}"/>
                </a:ext>
              </a:extLst>
            </p:cNvPr>
            <p:cNvSpPr>
              <a:spLocks/>
            </p:cNvSpPr>
            <p:nvPr/>
          </p:nvSpPr>
          <p:spPr>
            <a:xfrm>
              <a:off x="3688156" y="1904634"/>
              <a:ext cx="558800" cy="55880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4B8F455-3B1F-4047-8204-92E4ADBABBA1}"/>
                </a:ext>
              </a:extLst>
            </p:cNvPr>
            <p:cNvSpPr>
              <a:spLocks/>
            </p:cNvSpPr>
            <p:nvPr/>
          </p:nvSpPr>
          <p:spPr>
            <a:xfrm>
              <a:off x="7794858" y="2641234"/>
              <a:ext cx="558800" cy="55880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3968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9F1D801E-B400-4E16-93FD-68E336681550}"/>
              </a:ext>
            </a:extLst>
          </p:cNvPr>
          <p:cNvGrpSpPr/>
          <p:nvPr/>
        </p:nvGrpSpPr>
        <p:grpSpPr>
          <a:xfrm>
            <a:off x="3703113" y="2750763"/>
            <a:ext cx="4785774" cy="1356478"/>
            <a:chOff x="3703112" y="2750761"/>
            <a:chExt cx="4785775" cy="1356478"/>
          </a:xfrm>
        </p:grpSpPr>
        <p:pic>
          <p:nvPicPr>
            <p:cNvPr id="5" name="Grafik 4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33F4C45A-65B0-4592-813F-2B3229F44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3112" y="2750761"/>
              <a:ext cx="4785775" cy="1356478"/>
            </a:xfrm>
            <a:prstGeom prst="rect">
              <a:avLst/>
            </a:prstGeom>
          </p:spPr>
        </p:pic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0F3E45D9-9230-426A-A6E4-42FCADA008C3}"/>
                </a:ext>
              </a:extLst>
            </p:cNvPr>
            <p:cNvSpPr>
              <a:spLocks/>
            </p:cNvSpPr>
            <p:nvPr/>
          </p:nvSpPr>
          <p:spPr>
            <a:xfrm>
              <a:off x="3873316" y="3429000"/>
              <a:ext cx="463828" cy="463828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6F7AEFB0-EB00-4C65-83F4-7693D1903CEB}"/>
                </a:ext>
              </a:extLst>
            </p:cNvPr>
            <p:cNvSpPr>
              <a:spLocks/>
            </p:cNvSpPr>
            <p:nvPr/>
          </p:nvSpPr>
          <p:spPr>
            <a:xfrm>
              <a:off x="5864085" y="2965172"/>
              <a:ext cx="463828" cy="463828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52626F38-10E5-4768-9693-0D0A1A115332}"/>
                </a:ext>
              </a:extLst>
            </p:cNvPr>
            <p:cNvSpPr>
              <a:spLocks/>
            </p:cNvSpPr>
            <p:nvPr/>
          </p:nvSpPr>
          <p:spPr>
            <a:xfrm>
              <a:off x="7934005" y="3429000"/>
              <a:ext cx="463828" cy="463828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9418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82B9D12-DF89-428A-B9DE-85BE294D6992}"/>
              </a:ext>
            </a:extLst>
          </p:cNvPr>
          <p:cNvGrpSpPr/>
          <p:nvPr/>
        </p:nvGrpSpPr>
        <p:grpSpPr>
          <a:xfrm>
            <a:off x="17980" y="253868"/>
            <a:ext cx="12156040" cy="6350265"/>
            <a:chOff x="17980" y="253867"/>
            <a:chExt cx="12156040" cy="6350265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07CE668A-A4C2-427C-A61E-B8993AA2B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980" y="253867"/>
              <a:ext cx="12156040" cy="6350265"/>
            </a:xfrm>
            <a:prstGeom prst="rect">
              <a:avLst/>
            </a:prstGeom>
          </p:spPr>
        </p:pic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DEC3C0FA-E6E7-46E5-9020-5E5A3771271A}"/>
                </a:ext>
              </a:extLst>
            </p:cNvPr>
            <p:cNvSpPr>
              <a:spLocks/>
            </p:cNvSpPr>
            <p:nvPr/>
          </p:nvSpPr>
          <p:spPr>
            <a:xfrm>
              <a:off x="3249034" y="5502026"/>
              <a:ext cx="318813" cy="31881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DBF03DB4-A94B-4981-8335-D9FC30BAB239}"/>
                </a:ext>
              </a:extLst>
            </p:cNvPr>
            <p:cNvSpPr>
              <a:spLocks/>
            </p:cNvSpPr>
            <p:nvPr/>
          </p:nvSpPr>
          <p:spPr>
            <a:xfrm>
              <a:off x="3249035" y="5872966"/>
              <a:ext cx="318813" cy="31881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FCF11678-0B49-41E5-9BE9-38A9F3DD96E2}"/>
                </a:ext>
              </a:extLst>
            </p:cNvPr>
            <p:cNvSpPr>
              <a:spLocks/>
            </p:cNvSpPr>
            <p:nvPr/>
          </p:nvSpPr>
          <p:spPr>
            <a:xfrm>
              <a:off x="3249036" y="6243906"/>
              <a:ext cx="318813" cy="31881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942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</Words>
  <Application>Microsoft Office PowerPoint</Application>
  <PresentationFormat>Breitbild</PresentationFormat>
  <Paragraphs>27</Paragraphs>
  <Slides>9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id35apod</dc:creator>
  <cp:lastModifiedBy>id35apod</cp:lastModifiedBy>
  <cp:revision>26</cp:revision>
  <dcterms:created xsi:type="dcterms:W3CDTF">2021-07-28T10:48:55Z</dcterms:created>
  <dcterms:modified xsi:type="dcterms:W3CDTF">2021-09-01T17:18:20Z</dcterms:modified>
</cp:coreProperties>
</file>